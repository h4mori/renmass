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Fira Sans" panose="020B0604020202020204" charset="0"/>
      <p:regular r:id="rId14"/>
    </p:embeddedFont>
    <p:embeddedFont>
      <p:font typeface="Inconsolata Bold" panose="00000509000000000000" pitchFamily="49" charset="0"/>
      <p:bold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16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322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4mori/renmas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0986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RenMass - это…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5881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полностью бесплатный OpenSource-проект, который распространяется на </a:t>
            </a:r>
            <a:r>
              <a:rPr lang="en-US" sz="1750" u="sng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под открытой бесплатной лицензией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GPL-3.0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2026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470690" y="623827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Руководитель: Гусев А.Ф.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470690" y="6601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Автор: Моисеенко Н.А.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470690" y="696408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24 апреля 2025 г.</a:t>
            </a:r>
            <a:endParaRPr lang="en-US" sz="17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72B38F-B840-4F76-9C21-5CDB4E6E30AA}"/>
              </a:ext>
            </a:extLst>
          </p:cNvPr>
          <p:cNvSpPr/>
          <p:nvPr/>
        </p:nvSpPr>
        <p:spPr>
          <a:xfrm>
            <a:off x="12753974" y="7677150"/>
            <a:ext cx="1876425" cy="552450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3046" y="12712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Features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320171"/>
            <a:ext cx="3664863" cy="2741414"/>
          </a:xfrm>
          <a:prstGeom prst="roundRect">
            <a:avLst>
              <a:gd name="adj" fmla="val 1241"/>
            </a:avLst>
          </a:prstGeom>
          <a:solidFill>
            <a:srgbClr val="433550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546985"/>
            <a:ext cx="3211235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Полная конфиденциальность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74606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Данные хранятся только на вашем ПК, что гарантирует безопасность.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320171"/>
            <a:ext cx="3664863" cy="2741414"/>
          </a:xfrm>
          <a:prstGeom prst="roundRect">
            <a:avLst>
              <a:gd name="adj" fmla="val 1241"/>
            </a:avLst>
          </a:prstGeom>
          <a:solidFill>
            <a:srgbClr val="433550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2546985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Отсутствие передачи данных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391733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RenMass не собирает и никуда не передает вашу информацию.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399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5152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OpenSource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00563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Код проекта открыт и доступен на GitHub для полной прозрачности.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F40A179-DA07-4EDF-A1E2-8AAD5EF354FE}"/>
              </a:ext>
            </a:extLst>
          </p:cNvPr>
          <p:cNvSpPr/>
          <p:nvPr/>
        </p:nvSpPr>
        <p:spPr>
          <a:xfrm>
            <a:off x="12753974" y="7677150"/>
            <a:ext cx="1876425" cy="552450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79846" y="39575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Advantages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2332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Доступность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14417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Никаких скрытых платежей или обязательных подписок, проект полностью бесплатен.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332928" y="52332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Простота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332928" y="5814417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Интуитивный интерфейс для быстрой и легкой настройки рассылок.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872067" y="52332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Полный контроль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872067" y="5814417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Вы сами управляете своими данными без посредников.</a:t>
            </a:r>
            <a:endParaRPr lang="en-US" sz="17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EC38E41-7CD5-43A8-8F2B-2242C10AA7C1}"/>
              </a:ext>
            </a:extLst>
          </p:cNvPr>
          <p:cNvSpPr/>
          <p:nvPr/>
        </p:nvSpPr>
        <p:spPr>
          <a:xfrm>
            <a:off x="12753974" y="7677150"/>
            <a:ext cx="1876425" cy="552450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3641" y="619125"/>
            <a:ext cx="5623798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Target Audience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73641" y="1912382"/>
            <a:ext cx="506135" cy="506135"/>
          </a:xfrm>
          <a:prstGeom prst="roundRect">
            <a:avLst>
              <a:gd name="adj" fmla="val 6667"/>
            </a:avLst>
          </a:prstGeom>
          <a:solidFill>
            <a:srgbClr val="B05EF1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38" y="1954530"/>
            <a:ext cx="337423" cy="4217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04685" y="1912382"/>
            <a:ext cx="3978116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Малый и средний бизнес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004685" y="2398752"/>
            <a:ext cx="6838474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Например: Владельцы интернет-магазинов, стартапы, локальные сервисы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004685" y="3253264"/>
            <a:ext cx="6838474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Рассылка акций и скидок для стимулирования продаж.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273641" y="4090988"/>
            <a:ext cx="506135" cy="506135"/>
          </a:xfrm>
          <a:prstGeom prst="roundRect">
            <a:avLst>
              <a:gd name="adj" fmla="val 6667"/>
            </a:avLst>
          </a:prstGeom>
          <a:solidFill>
            <a:srgbClr val="B05EF1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938" y="4133136"/>
            <a:ext cx="337423" cy="4217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04685" y="4090988"/>
            <a:ext cx="4694873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Некоммерческие организации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004685" y="4577358"/>
            <a:ext cx="6838474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Например: Волонтерские проекты, образовательные учреждения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004685" y="5431869"/>
            <a:ext cx="6838474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Уведомления о новых продуктах и услугах для клиентов.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6273641" y="6269593"/>
            <a:ext cx="506135" cy="506135"/>
          </a:xfrm>
          <a:prstGeom prst="roundRect">
            <a:avLst>
              <a:gd name="adj" fmla="val 6667"/>
            </a:avLst>
          </a:prstGeom>
          <a:solidFill>
            <a:srgbClr val="B05EF1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938" y="6311741"/>
            <a:ext cx="337423" cy="4217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04685" y="6269593"/>
            <a:ext cx="4392811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Фрилансеры и копирайтеры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7004685" y="6755963"/>
            <a:ext cx="6838474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Например: Авторы курсов, контент-менеджеры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004685" y="7250668"/>
            <a:ext cx="6838474" cy="35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Возможность полной персонализации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6DAFB74-C7F1-42BE-83C1-FFF552BC65E8}"/>
              </a:ext>
            </a:extLst>
          </p:cNvPr>
          <p:cNvSpPr/>
          <p:nvPr/>
        </p:nvSpPr>
        <p:spPr>
          <a:xfrm>
            <a:off x="12753974" y="7677150"/>
            <a:ext cx="1876425" cy="552450"/>
          </a:xfrm>
          <a:prstGeom prst="rect">
            <a:avLst/>
          </a:prstGeom>
          <a:solidFill>
            <a:srgbClr val="2416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479846" y="22711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Technology stack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546872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BackEnd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793790" y="4340695"/>
            <a:ext cx="2845594" cy="35957"/>
          </a:xfrm>
          <a:prstGeom prst="rect">
            <a:avLst/>
          </a:prstGeom>
          <a:solidFill>
            <a:srgbClr val="DAD1E6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463176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Python 3.13.2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07396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Flask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516166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SMTP libraries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200406" y="3546872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FrontEnd</a:t>
            </a:r>
            <a:endParaRPr lang="en-US" sz="2650" dirty="0"/>
          </a:p>
        </p:txBody>
      </p:sp>
      <p:sp>
        <p:nvSpPr>
          <p:cNvPr id="11" name="Shape 8"/>
          <p:cNvSpPr/>
          <p:nvPr/>
        </p:nvSpPr>
        <p:spPr>
          <a:xfrm>
            <a:off x="4200406" y="4340695"/>
            <a:ext cx="2845594" cy="35957"/>
          </a:xfrm>
          <a:prstGeom prst="rect">
            <a:avLst/>
          </a:prstGeom>
          <a:solidFill>
            <a:srgbClr val="DAD1E6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200406" y="4631769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HTML5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200406" y="507396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CSS3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200406" y="5516166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JavaScript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612142" y="35468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Additionally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607022" y="4269733"/>
            <a:ext cx="2845594" cy="35957"/>
          </a:xfrm>
          <a:prstGeom prst="rect">
            <a:avLst/>
          </a:prstGeom>
          <a:solidFill>
            <a:srgbClr val="DAD1E6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607022" y="456080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SQLite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1018758" y="35468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11013638" y="4269733"/>
            <a:ext cx="2845594" cy="35957"/>
          </a:xfrm>
          <a:prstGeom prst="rect">
            <a:avLst/>
          </a:prstGeom>
          <a:solidFill>
            <a:srgbClr val="DAD1E6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1013638" y="456080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Cryptography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11013638" y="5003006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TLS Connection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479846" y="13867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System Requirements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2214920" y="266247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Minimal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793790" y="3456299"/>
            <a:ext cx="6244709" cy="35957"/>
          </a:xfrm>
          <a:prstGeom prst="rect">
            <a:avLst/>
          </a:prstGeom>
          <a:solidFill>
            <a:srgbClr val="DAD1E6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37473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OS: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1895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Windows 10/11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46317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Linux </a:t>
            </a:r>
            <a:r>
              <a:rPr lang="en-US" sz="1750" i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(Ubuntu 20.04+, CentOS 7+)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07396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macOS 10.15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55161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RAM: 512 MB (+1 GB for large mails)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595836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CPU: 1 core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4005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Disk: 100 MB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020651" y="266247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Dependencies</a:t>
            </a:r>
            <a:endParaRPr lang="en-US" sz="2650" dirty="0"/>
          </a:p>
        </p:txBody>
      </p:sp>
      <p:sp>
        <p:nvSpPr>
          <p:cNvPr id="15" name="Shape 12"/>
          <p:cNvSpPr/>
          <p:nvPr/>
        </p:nvSpPr>
        <p:spPr>
          <a:xfrm>
            <a:off x="7599521" y="3456299"/>
            <a:ext cx="6244709" cy="35957"/>
          </a:xfrm>
          <a:prstGeom prst="rect">
            <a:avLst/>
          </a:prstGeom>
          <a:solidFill>
            <a:srgbClr val="DAD1E6">
              <a:alpha val="5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599521" y="37473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Python 3.13.2+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599521" y="41895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pip 22.0+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054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Join to RenMass!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3095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B05EF1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3352086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3309580"/>
            <a:ext cx="2927747" cy="354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Скачайте бесплатно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55433" y="379999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Доступен на GitHub для всех пользователей.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685467" y="33095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B05EF1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537" y="3352086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22583" y="3309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Внесите вклад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22583" y="3799999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Помогите улучшить проект, участвуя в разработке.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37067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B05EF1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413177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370671"/>
            <a:ext cx="31883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Облегчите рассылки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586109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Безопасный и простой способ отправки сообщений.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261</Words>
  <Application>Microsoft Office PowerPoint</Application>
  <PresentationFormat>Произвольный</PresentationFormat>
  <Paragraphs>70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Calibri</vt:lpstr>
      <vt:lpstr>Fira Sans</vt:lpstr>
      <vt:lpstr>Inconsolata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RenMass</dc:title>
  <dc:creator>hack0ut</dc:creator>
  <cp:lastModifiedBy>Назар Моисеенко</cp:lastModifiedBy>
  <dcterms:created xsi:type="dcterms:W3CDTF">2025-04-24T11:52:44Z</dcterms:created>
  <dcterms:modified xsi:type="dcterms:W3CDTF">2025-04-24T12:03:17Z</dcterms:modified>
</cp:coreProperties>
</file>